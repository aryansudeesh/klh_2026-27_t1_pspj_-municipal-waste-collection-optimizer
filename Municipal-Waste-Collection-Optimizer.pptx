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Crimson Pro SemiBold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2.png"/><Relationship Id="rId7" Type="http://schemas.openxmlformats.org/officeDocument/2006/relationships/image" Target="../media/image-5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Municipal Waste Collection Optimizer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Java-based system for intelligent waste bin management and collection routing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5058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79960"/>
            <a:ext cx="3053877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5422367" y="2568972"/>
            <a:ext cx="2675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Inefficient Collection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2367" y="2977654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waste collection is costly and relies on guesswork rather than data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379960"/>
            <a:ext cx="3053976" cy="1693962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665251" y="2568972"/>
            <a:ext cx="2675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Blind Routes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65251" y="2977654"/>
            <a:ext cx="26759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Drivers have no visibility into which bins actually need pickup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262934"/>
            <a:ext cx="6296860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5422367" y="445194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Wasted Resources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2367" y="4860627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Trucks run unnecessary routes, consuming fuel and driver time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823641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Solution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4633201" y="2626916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4704091" y="266233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247449" y="2691805"/>
            <a:ext cx="2719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Monitor Fullness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47449" y="3176091"/>
            <a:ext cx="2719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system tracks bin fill levels in real-time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202903" y="2626916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8273793" y="2662337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817151" y="2691805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Categorize Waste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817151" y="3176091"/>
            <a:ext cx="27193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Classifies waste by type — organic, plastic, or metal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33201" y="4158952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4704091" y="419437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47449" y="4223841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Optimize Routes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247449" y="4708128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Assigns the most efficient collection routes instantly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59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It Works: Input Phase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9314" y="1260971"/>
            <a:ext cx="2092967" cy="46840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2935" y="3350290"/>
            <a:ext cx="1069424" cy="48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Input Phase Overview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273896" y="4904878"/>
            <a:ext cx="1634431" cy="244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Collect bin data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273896" y="5218975"/>
            <a:ext cx="1634431" cy="352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Fullness % and waste type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66017" y="1609580"/>
            <a:ext cx="1634430" cy="244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Enter bin count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266017" y="1923677"/>
            <a:ext cx="1634430" cy="352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Number of bins to monitor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1475" y="6081018"/>
            <a:ext cx="114783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program uses Java's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class to read all input from the console, looping through each bin to collect its two key data points.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857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Fullness Assessment Logic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427" y="1435100"/>
            <a:ext cx="3691044" cy="3691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3523" y="3045619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If/Else Conditional Logic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63523" y="3344862"/>
            <a:ext cx="588263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program evaluates each bin's fullness percentage against three thresholds: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34595"/>
            <a:ext cx="3561170" cy="7448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8978" y="5485904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Below 50%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88978" y="5748139"/>
            <a:ext cx="31823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pickup needed — bin is within safe capacity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5213" y="5334595"/>
            <a:ext cx="3561170" cy="7448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42716" y="5485904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50 – 80%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42716" y="5748139"/>
            <a:ext cx="31823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Schedule pickup soon — bin is filling up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8951" y="5334595"/>
            <a:ext cx="3561170" cy="7448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6454" y="5485904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4318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Above 80%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8196454" y="5748139"/>
            <a:ext cx="318236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Urgent pickup required — immediate action needed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034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Waste Type Classification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59013"/>
            <a:ext cx="1147833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statement routes each bin to the correct specialized collection truck based on its declared waste type.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93107"/>
            <a:ext cx="1524756" cy="15247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5541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Type 1 — Organic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962823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Dispatches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organic waste truck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food scraps and biodegradable material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793107"/>
            <a:ext cx="1524756" cy="15247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5541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Type 2 — Plastic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962823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Dispatches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plastic waste truck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recyclable plastic materials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793107"/>
            <a:ext cx="1524756" cy="15247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4554141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Type 3 — Metal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962823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Dispatches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metal waste truck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scrap and metallic refuse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02891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Technical Features</a:t>
            </a:r>
            <a:endParaRPr lang="en-US" sz="3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19957"/>
            <a:ext cx="448854" cy="4488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3545" y="1719957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Scanner Class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323545" y="2102743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Handles all console-based user input for bin count, fullness, and waste type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04046"/>
            <a:ext cx="448854" cy="4488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3545" y="3004046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If/Else Conditionals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323545" y="3386832"/>
            <a:ext cx="563479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Evaluates fullness thresholds to determine pickup urgency for each bin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008041"/>
            <a:ext cx="448854" cy="4488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23545" y="4008041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Switch Statement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323545" y="4390827"/>
            <a:ext cx="563479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Routes each bin to the correct specialized truck based on waste category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92130"/>
            <a:ext cx="448854" cy="44886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3545" y="5292130"/>
            <a:ext cx="563479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Loop Structure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1323545" y="5674916"/>
            <a:ext cx="563479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Iterates over all bins efficiently, processing each one in a single pass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Output &amp; Results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22116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the System Produces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4042" y="2835870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47449" y="2830016"/>
            <a:ext cx="2719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Pickup Priority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247449" y="3314303"/>
            <a:ext cx="27192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bin is flagged as no action, scheduled, or urgent — enabling data-driven dispatch decisions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3744" y="2835870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17151" y="2830016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Truck Assignment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817151" y="3314303"/>
            <a:ext cx="27193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correct specialized collection vehicle is assigned to each bin by waste type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4042" y="4605437"/>
            <a:ext cx="283461" cy="283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47449" y="4599583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Optimized Daily Route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5247449" y="5083870"/>
            <a:ext cx="62890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bin data is consolidated into an efficient collection plan for the day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2026-09-23T03:04:17Z</dcterms:created>
  <dcterms:modified xsi:type="dcterms:W3CDTF">2026-09-23T03:04:17Z</dcterms:modified>
</cp:coreProperties>
</file>